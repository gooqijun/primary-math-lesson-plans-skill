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1828800" cy="18288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474720" y="731520"/>
            <a:ext cx="2194560" cy="41148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731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五年级 · 人教版下册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真分数与假分数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第四单元 分数的意义和性质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0" y="3931920"/>
            <a:ext cx="4572000" cy="27432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📖 数学课件  </a:t>
            </a:r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第四单元 · 分数的意义和性质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教学目标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📚 知识与技能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认识真分数和假分数，理解它们的意义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能正确判断一个分数是真分数还是假分数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知道带分数是假分数的另一种书写形式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65176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9728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 过程与方法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通过图形直观认识真分数和假分数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通过观察、比较、分类活动归纳特征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经历「分数单位累加」的过程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5176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097280"/>
            <a:ext cx="2651760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情感态度与价值观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体验数学知识的系统性和严密性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培养观察、比较、归纳的思维能力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体会数学与生活的联系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教学重难点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960120"/>
            <a:ext cx="1828800" cy="45720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教学重点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理解真分数和假分数的意义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能正确判断一个分数是真分数还是假分数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掌握真分数（&lt;1）和假分数（≥1）的本质特征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52160" y="960120"/>
            <a:ext cx="18288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960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教学难点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理解「分子≥分母」时分数为什么≥1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带分数概念的建立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🧩 情境导入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0" y="36576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65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5分钟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🍕 分饼情境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唐僧师徒4人分3张饼 → 每人分到 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3/4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3张饼分给4个人 → 每人分到 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3/4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4张饼分给3个人 → 每人分到 </a:t>
            </a:r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4/3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张？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❓ 关键问题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这个分数 </a:t>
            </a:r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4/3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是怎么回事？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它的分子大于分母，和之前学的分数有什么不同？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今天我们就来认识——真分数与假分数！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🔵 认识真分数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0" y="36576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65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10分钟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011680" cy="2011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201168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201168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06040"/>
            <a:ext cx="201168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1097280"/>
            <a:ext cx="0" cy="201168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21408"/>
            <a:ext cx="914400" cy="475488"/>
          </a:xfrm>
          <a:prstGeom prst="rect">
            <a:avLst/>
          </a:prstGeom>
          <a:solidFill>
            <a:srgbClr val="3B82F6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926080" y="1097280"/>
            <a:ext cx="5760720" cy="2286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0896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📖 真分数的定义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16916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 &lt; 分母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真分数 &lt; 1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真分数小于1，不能等于1也不能大于1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📝 真分数举例：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14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28800" y="411480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114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2/5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00400" y="411480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4114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3/7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0" y="411480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4114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4/9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4114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5/8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315200" y="411480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4114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7/10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🟣 认识假分数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0" y="36576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65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12分钟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103120"/>
          </a:xfrm>
          <a:prstGeom prst="roundRect">
            <a:avLst>
              <a:gd name="adj" fmla="val 6522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📌 情况1：分子 = 分母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1371600" cy="1371600"/>
          </a:xfrm>
          <a:prstGeom prst="ellipse">
            <a:avLst/>
          </a:prstGeom>
          <a:solidFill>
            <a:srgbClr val="7C3AED">
              <a:alpha val="7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60020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4/4 = 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2103120"/>
          </a:xfrm>
          <a:prstGeom prst="roundRect">
            <a:avLst>
              <a:gd name="adj" fmla="val 6522"/>
            </a:avLst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📌 情况2：分子 &gt; 分母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1600200"/>
            <a:ext cx="1097280" cy="1097280"/>
          </a:xfrm>
          <a:prstGeom prst="ellipse">
            <a:avLst/>
          </a:prstGeom>
          <a:solidFill>
            <a:srgbClr val="EF4444">
              <a:alpha val="7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600200"/>
            <a:ext cx="1097280" cy="1097280"/>
          </a:xfrm>
          <a:prstGeom prst="ellipse">
            <a:avLst/>
          </a:prstGeom>
          <a:solidFill>
            <a:srgbClr val="EF4444">
              <a:alpha val="7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6002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463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5/4 &gt; 1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📖 假分数的定义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 ≥ 分母</a:t>
            </a:r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→    </a:t>
            </a:r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假分数 ≥ 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假分数可以等于1，也可以大于1！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⚖️ 真分数与假分数对比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3716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大小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举例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真分数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分子 &lt; 分母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1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1/2、3/4、5/8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C3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假分数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分子 ≥ 分母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7C3AE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1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3/2、5/5、7/4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82296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📏 数轴上的分数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4114800"/>
            <a:ext cx="7315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397764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397764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348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0" y="397764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719072" y="4041648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1463040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547872" y="4041648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3291840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62272" y="4041648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0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4/4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05272" y="4041648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8"/>
          <p:cNvSpPr/>
          <p:nvPr/>
        </p:nvSpPr>
        <p:spPr>
          <a:xfrm>
            <a:off x="5349240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5/4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205472" y="4041648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6949440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7/4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8288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真分数 &lt; 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假分数 ≥ 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🟠 认识带分数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0" y="36576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65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5分钟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6400800" cy="146304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5/4 = 1又1/4 = 1 + 1/4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带分数 = </a:t>
            </a:r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整数部分</a:t>
            </a:r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+ </a:t>
            </a:r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分数部分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📝 假分数 ↔ 带分数 转换练习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3/2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1又1/2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606040" y="3657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7/5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6040" y="4389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1又2/5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8/4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4389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903720" y="3657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11/3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4389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3又2/3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✏️ 课堂练习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0" y="36576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65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5分钟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914400"/>
            <a:ext cx="10972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14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判断真假分数：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1/2、3/3、5/6、7/5、4/4、9/10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用图形表示2/3和5/4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化假分数：4/2、9/3、7/4、10/5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14400"/>
            <a:ext cx="1097280" cy="32004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14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拓展题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分母8的最大真分数是？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最小假分数是？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分子是分母2倍，是什么分数？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6/7和7/6哪个更接近1？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答案提示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基础题答案：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1/2✓真、3/3✗假(=1)、5/6✓真、7/5✗假(&gt;1)、4/4✗假(=1)、9/10✓真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拓展题答案：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最大真分数7/8、最小假分数1/1；分子是分母2倍→假分数；6/7更接近1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📝 课堂总结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真分数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1143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 &lt; 分母，结果 &lt;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4884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假分数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 ≥ 分母，结果 ≥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5468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带分数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31546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假分数的另一种写法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📚 下节预告：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分数的基本性质 — 分子和分母同时乘或除以相同的数（0除外），分数的大小不变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📚 作业布置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144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基础作业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📖 教科书第54页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练习十一 第1、2、3题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✍️ 写出分母是7的所有真分数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（分子从1到6）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🔢 化假分数为整数或带分数：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5/3、8/4、11/5、6/6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🌍 举例生活中的真分数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和假分数各3个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📊 用图形画出8/5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并标出它等于几又几分之几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🧠 挑战：比较6/7和7/6的大小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（提示：不用通分）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温馨提示：认真审题，先做完基础作业再挑战拓展题哦！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914400"/>
            <a:ext cx="2743200" cy="27432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真分数与假分数 · 五年级下册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📖 小学数学课件 · 人教版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五年级下册 - 真分数与假分数</dc:title>
  <dc:subject>PptxGenJS Presentation</dc:subject>
  <dc:creator>小学数学备课助手</dc:creator>
  <cp:lastModifiedBy>小学数学备课助手</cp:lastModifiedBy>
  <cp:revision>1</cp:revision>
  <dcterms:created xsi:type="dcterms:W3CDTF">2026-04-20T03:24:42Z</dcterms:created>
  <dcterms:modified xsi:type="dcterms:W3CDTF">2026-04-20T03:24:42Z</dcterms:modified>
</cp:coreProperties>
</file>